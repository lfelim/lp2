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4"/>
  </p:notesMasterIdLst>
  <p:handoutMasterIdLst>
    <p:handoutMasterId r:id="rId15"/>
  </p:handoutMasterIdLst>
  <p:sldIdLst>
    <p:sldId id="334" r:id="rId5"/>
    <p:sldId id="316" r:id="rId6"/>
    <p:sldId id="337" r:id="rId7"/>
    <p:sldId id="350" r:id="rId8"/>
    <p:sldId id="351" r:id="rId9"/>
    <p:sldId id="352" r:id="rId10"/>
    <p:sldId id="353" r:id="rId11"/>
    <p:sldId id="354" r:id="rId12"/>
    <p:sldId id="355" r:id="rId13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747" autoAdjust="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282194A8-30FC-4207-99C1-CDE77F2D0535}" type="datetime1">
              <a:rPr lang="pt-BR" smtClean="0"/>
              <a:t>05/09/2026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397C78D2-97D1-4B37-BDD1-08A09BD4CA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DBB7F9DC-3813-42FB-8F68-922CDC0967A5}" type="datetime1">
              <a:rPr lang="pt-BR" smtClean="0"/>
              <a:t>05/09/2026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D5939589-3E79-4C82-AA4A-FE78234FAA5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5939589-3E79-4C82-AA4A-FE78234FAA59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5939589-3E79-4C82-AA4A-FE78234FAA59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5939589-3E79-4C82-AA4A-FE78234FAA59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omente de títu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pt-BR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Elemento 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" name="Elemento 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3" name="Elemento 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m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rtlCol="0" anchor="b"/>
          <a:lstStyle>
            <a:lvl1pPr algn="r">
              <a:lnSpc>
                <a:spcPts val="4000"/>
              </a:lnSpc>
              <a:defRPr lang="pt-BR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9" name="Espaço Reservado para Imagem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rtlCol="0" anchor="t">
            <a:noAutofit/>
          </a:bodyPr>
          <a:lstStyle>
            <a:lvl1pPr algn="ctr">
              <a:buNone/>
              <a:defRPr lang="pt-BR"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pt-BR"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lang="pt-BR"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lang="pt-BR"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lang="pt-BR" sz="2400">
                <a:solidFill>
                  <a:schemeClr val="bg1"/>
                </a:solidFill>
              </a:defRPr>
            </a:lvl4pPr>
            <a:lvl5pPr marL="1828800" indent="0" algn="r">
              <a:buNone/>
              <a:defRPr lang="pt-BR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emento gráfico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3" name="Elemento gráfico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7" name="Elemento gráfico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 rtlCol="0"/>
          <a:lstStyle>
            <a:lvl1pPr>
              <a:defRPr lang="pt-BR">
                <a:solidFill>
                  <a:schemeClr val="bg1"/>
                </a:solidFill>
              </a:defRPr>
            </a:lvl1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m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pt-BR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Elemento 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" name="Elemento 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3" name="Elemento 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3" name="Espaço Reservado para Imagem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pt-BR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m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pt-BR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rtlCol="0" anchor="t" anchorCtr="0">
            <a:normAutofit/>
          </a:bodyPr>
          <a:lstStyle>
            <a:lvl1pPr marL="0" indent="0" algn="l">
              <a:buNone/>
              <a:defRPr lang="pt-BR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Elemento 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" name="Elemento 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3" name="Elemento 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5" name="Espaço Reservado para Imagem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pt-BR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imagem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rtlCol="0" anchor="b" anchorCtr="0"/>
          <a:lstStyle>
            <a:lvl1pPr>
              <a:defRPr lang="pt-BR" sz="4000" b="1" cap="all" spc="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rtlCol="0" anchor="t" anchorCtr="0"/>
          <a:lstStyle>
            <a:lvl1pPr>
              <a:defRPr lang="pt-BR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rtlCol="0" anchor="t" anchorCtr="0">
            <a:noAutofit/>
          </a:bodyPr>
          <a:lstStyle>
            <a:lvl1pPr algn="ctr">
              <a:buNone/>
              <a:defRPr lang="pt-BR" sz="1800"/>
            </a:lvl1pPr>
          </a:lstStyle>
          <a:p>
            <a:pPr rtl="0"/>
            <a:r>
              <a:rPr lang="pt-BR"/>
              <a:t>Clique para adicionar uma imagem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pt-BR" sz="1800"/>
            </a:lvl1pPr>
            <a:lvl2pPr marL="228600">
              <a:defRPr lang="pt-BR" sz="1600"/>
            </a:lvl2pPr>
            <a:lvl3pPr marL="457200">
              <a:defRPr lang="pt-BR" sz="1400"/>
            </a:lvl3pPr>
            <a:lvl4pPr marL="685800">
              <a:defRPr lang="pt-BR" sz="1200"/>
            </a:lvl4pPr>
            <a:lvl5pPr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áfico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9" name="Elemento gráfico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4" name="Espaço Reservado para Rodapé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pt-BR"/>
            </a:lvl1pPr>
          </a:lstStyle>
          <a:p>
            <a:pPr rtl="0"/>
            <a:endParaRPr lang="pt-BR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 + subtítulo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rtlCol="0" anchor="t" anchorCtr="0"/>
          <a:lstStyle>
            <a:lvl1pPr algn="l">
              <a:lnSpc>
                <a:spcPts val="5400"/>
              </a:lnSpc>
              <a:defRPr lang="pt-BR" sz="5400" b="1" i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rtlCol="0" anchor="b" anchorCtr="0">
            <a:normAutofit/>
          </a:bodyPr>
          <a:lstStyle>
            <a:lvl1pPr marL="0" indent="0" algn="l">
              <a:buNone/>
              <a:defRPr lang="pt-BR" sz="2400">
                <a:solidFill>
                  <a:schemeClr val="bg1"/>
                </a:solidFill>
              </a:defRPr>
            </a:lvl1pPr>
            <a:lvl2pPr marL="457200" indent="0" algn="ctr">
              <a:buNone/>
              <a:defRPr lang="pt-BR" sz="2000"/>
            </a:lvl2pPr>
            <a:lvl3pPr marL="914400" indent="0" algn="ctr">
              <a:buNone/>
              <a:defRPr lang="pt-BR" sz="1800"/>
            </a:lvl3pPr>
            <a:lvl4pPr marL="1371600" indent="0" algn="ctr">
              <a:buNone/>
              <a:defRPr lang="pt-BR" sz="1600"/>
            </a:lvl4pPr>
            <a:lvl5pPr marL="1828800" indent="0" algn="ctr">
              <a:buNone/>
              <a:defRPr lang="pt-BR" sz="1600"/>
            </a:lvl5pPr>
            <a:lvl6pPr marL="2286000" indent="0" algn="ctr">
              <a:buNone/>
              <a:defRPr lang="pt-BR" sz="1600"/>
            </a:lvl6pPr>
            <a:lvl7pPr marL="2743200" indent="0" algn="ctr">
              <a:buNone/>
              <a:defRPr lang="pt-BR" sz="1600"/>
            </a:lvl7pPr>
            <a:lvl8pPr marL="3200400" indent="0" algn="ctr">
              <a:buNone/>
              <a:defRPr lang="pt-BR" sz="1600"/>
            </a:lvl8pPr>
            <a:lvl9pPr marL="3657600" indent="0" algn="ctr">
              <a:buNone/>
              <a:defRPr lang="pt-BR" sz="1600"/>
            </a:lvl9pPr>
          </a:lstStyle>
          <a:p>
            <a:pPr lvl="0" rtl="0"/>
            <a:r>
              <a:rPr lang="pt-BR"/>
              <a:t>Clique para adicionar o texto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Elemento gráfico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" name="Elemento gráfico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3" name="Elemento gráfico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 rtlCol="0"/>
          <a:lstStyle>
            <a:lvl1pPr>
              <a:defRPr lang="pt-BR" sz="4000" b="1" cap="all" spc="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5" name="Espaço Reservado para o Número do Slide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8DA9DAA-006C-4F4B-980E-E3DF019B24E2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pt-BR" sz="1800"/>
            </a:lvl1pPr>
            <a:lvl2pPr marL="228600">
              <a:spcBef>
                <a:spcPts val="1200"/>
              </a:spcBef>
              <a:defRPr lang="pt-BR" sz="1800"/>
            </a:lvl2pPr>
            <a:lvl3pPr marL="685800">
              <a:spcBef>
                <a:spcPts val="1200"/>
              </a:spcBef>
              <a:defRPr lang="pt-BR" sz="1800"/>
            </a:lvl3pPr>
            <a:lvl4pPr marL="1143000">
              <a:spcBef>
                <a:spcPts val="1200"/>
              </a:spcBef>
              <a:defRPr lang="pt-BR" sz="1800"/>
            </a:lvl4pPr>
            <a:lvl5pPr marL="1600200">
              <a:spcBef>
                <a:spcPts val="12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 rtlCol="0">
            <a:normAutofit/>
          </a:bodyPr>
          <a:lstStyle>
            <a:lvl1pPr marL="0" indent="0">
              <a:spcAft>
                <a:spcPts val="0"/>
              </a:spcAft>
              <a:buNone/>
              <a:defRPr lang="pt-BR" sz="1800"/>
            </a:lvl1pPr>
            <a:lvl2pPr marL="228600">
              <a:spcBef>
                <a:spcPts val="1200"/>
              </a:spcBef>
              <a:defRPr lang="pt-BR" sz="1800"/>
            </a:lvl2pPr>
            <a:lvl3pPr marL="685800">
              <a:spcBef>
                <a:spcPts val="1200"/>
              </a:spcBef>
              <a:defRPr lang="pt-BR" sz="1800"/>
            </a:lvl3pPr>
            <a:lvl4pPr marL="1143000">
              <a:spcBef>
                <a:spcPts val="1200"/>
              </a:spcBef>
              <a:defRPr lang="pt-BR" sz="1800"/>
            </a:lvl4pPr>
            <a:lvl5pPr marL="1600200">
              <a:spcBef>
                <a:spcPts val="12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emento gráfico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4" name="Gráfico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6" name="Elemento gráfico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13" name="Espaço Reservado para Rodapé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rtlCol="0"/>
          <a:lstStyle>
            <a:lvl1pPr algn="l">
              <a:defRPr lang="pt-BR"/>
            </a:lvl1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rtlCol="0" anchor="ctr" anchorCtr="0"/>
          <a:lstStyle>
            <a:lvl1pPr algn="l">
              <a:defRPr lang="pt-BR" sz="40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</a:p>
        </p:txBody>
      </p:sp>
      <p:sp>
        <p:nvSpPr>
          <p:cNvPr id="22" name="Espaço Reservado para o Número do Slide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8DA9DAA-006C-4F4B-980E-E3DF019B24E2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pt-BR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pt-BR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pt-BR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pt-BR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Espaço Reservado para Conteúdo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pt-BR" sz="1800"/>
            </a:lvl1pPr>
            <a:lvl2pPr marL="457200" indent="0">
              <a:spcBef>
                <a:spcPts val="1200"/>
              </a:spcBef>
              <a:buNone/>
              <a:defRPr lang="pt-BR" sz="1600"/>
            </a:lvl2pPr>
            <a:lvl3pPr marL="914400" indent="0">
              <a:spcBef>
                <a:spcPts val="1200"/>
              </a:spcBef>
              <a:buNone/>
              <a:defRPr lang="pt-BR" sz="1400"/>
            </a:lvl3pPr>
            <a:lvl4pPr marL="1371600" indent="0">
              <a:spcBef>
                <a:spcPts val="1200"/>
              </a:spcBef>
              <a:buNone/>
              <a:defRPr lang="pt-BR" sz="1200"/>
            </a:lvl4pPr>
            <a:lvl5pPr marL="1828800" indent="0">
              <a:spcBef>
                <a:spcPts val="1200"/>
              </a:spcBef>
              <a:buNone/>
              <a:defRPr lang="pt-BR" sz="12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pt-BR" sz="1800"/>
            </a:lvl1pPr>
            <a:lvl2pPr>
              <a:spcBef>
                <a:spcPts val="1200"/>
              </a:spcBef>
              <a:defRPr lang="pt-BR" sz="1600"/>
            </a:lvl2pPr>
            <a:lvl3pPr>
              <a:spcBef>
                <a:spcPts val="1200"/>
              </a:spcBef>
              <a:defRPr lang="pt-BR" sz="1400"/>
            </a:lvl3pPr>
            <a:lvl4pPr>
              <a:spcBef>
                <a:spcPts val="1200"/>
              </a:spcBef>
              <a:defRPr lang="pt-BR" sz="1200"/>
            </a:lvl4pPr>
            <a:lvl5pPr>
              <a:spcBef>
                <a:spcPts val="1200"/>
              </a:spcBef>
              <a:defRPr lang="pt-BR" sz="12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21" name="Espaço Reservado para Rodapé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pt-BR"/>
            </a:lvl1pPr>
          </a:lstStyle>
          <a:p>
            <a:pPr rtl="0"/>
            <a:endParaRPr lang="pt-BR" dirty="0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rtlCol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lang="pt-BR" sz="4000" b="1" i="0" cap="all" spc="0" baseline="0"/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lvl1pPr>
              <a:defRPr lang="pt-BR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8" name="Espaço Reservado para Texto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10000"/>
              </a:lnSpc>
              <a:buNone/>
              <a:defRPr lang="pt-BR" sz="1800"/>
            </a:lvl1pPr>
            <a:lvl2pPr marL="228600">
              <a:lnSpc>
                <a:spcPct val="110000"/>
              </a:lnSpc>
              <a:defRPr lang="pt-BR" sz="1600"/>
            </a:lvl2pPr>
            <a:lvl3pPr marL="457200">
              <a:lnSpc>
                <a:spcPct val="110000"/>
              </a:lnSpc>
              <a:defRPr lang="pt-BR" sz="1400"/>
            </a:lvl3pPr>
            <a:lvl4pPr marL="685800">
              <a:lnSpc>
                <a:spcPct val="110000"/>
              </a:lnSpc>
              <a:defRPr lang="pt-BR" sz="1200"/>
            </a:lvl4pPr>
            <a:lvl5pPr marL="914400">
              <a:lnSpc>
                <a:spcPct val="110000"/>
              </a:lnSpc>
              <a:defRPr lang="pt-BR" sz="12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rtlCol="0" anchor="t" anchorCtr="0"/>
          <a:lstStyle>
            <a:lvl1pPr algn="ctr">
              <a:buNone/>
              <a:defRPr lang="pt-BR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uma imagem</a:t>
            </a:r>
          </a:p>
        </p:txBody>
      </p:sp>
      <p:sp>
        <p:nvSpPr>
          <p:cNvPr id="10" name="Espaço Reservado para Rodapé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 rtlCol="0"/>
          <a:lstStyle>
            <a:lvl1pPr algn="l">
              <a:defRPr lang="pt-BR"/>
            </a:lvl1pPr>
          </a:lstStyle>
          <a:p>
            <a:pPr rtl="0"/>
            <a:endParaRPr lang="pt-BR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rtlCol="0" anchor="ctr" anchorCtr="0"/>
          <a:lstStyle>
            <a:lvl1pPr algn="l">
              <a:defRPr lang="pt-BR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6" name="Espaço Reservado para o Número do Slide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>
            <a:lvl1pPr>
              <a:defRPr lang="pt-BR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rtlCol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lang="pt-BR"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lang="pt-BR"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lang="pt-BR"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lang="pt-BR" sz="1200">
                <a:solidFill>
                  <a:schemeClr val="tx1"/>
                </a:solidFill>
              </a:defRPr>
            </a:lvl4pPr>
            <a:lvl5pPr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4" name="Espaço Reservado para Rodapé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rtlCol="0" anchor="b" anchorCtr="0"/>
          <a:lstStyle>
            <a:lvl1pPr algn="l">
              <a:defRPr lang="pt-BR" sz="4000" b="1" cap="all" spc="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</a:p>
        </p:txBody>
      </p:sp>
      <p:sp>
        <p:nvSpPr>
          <p:cNvPr id="22" name="Espaço Reservado para o Número do Slide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8DA9DAA-006C-4F4B-980E-E3DF019B24E2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1200"/>
              </a:spcBef>
              <a:buNone/>
              <a:defRPr lang="pt-BR" sz="1800"/>
            </a:lvl1pPr>
            <a:lvl2pPr marL="457200">
              <a:spcBef>
                <a:spcPts val="1200"/>
              </a:spcBef>
              <a:defRPr lang="pt-BR" sz="1800"/>
            </a:lvl2pPr>
            <a:lvl3pPr marL="914400">
              <a:spcBef>
                <a:spcPts val="1200"/>
              </a:spcBef>
              <a:defRPr lang="pt-BR" sz="1800"/>
            </a:lvl3pPr>
            <a:lvl4pPr marL="1371600">
              <a:spcBef>
                <a:spcPts val="1200"/>
              </a:spcBef>
              <a:defRPr lang="pt-BR" sz="1800"/>
            </a:lvl4pPr>
            <a:lvl5pPr marL="1828800">
              <a:spcBef>
                <a:spcPts val="12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 rtlCol="0">
            <a:noAutofit/>
          </a:bodyPr>
          <a:lstStyle>
            <a:lvl1pPr>
              <a:spcBef>
                <a:spcPts val="1200"/>
              </a:spcBef>
              <a:defRPr lang="pt-BR" sz="1800"/>
            </a:lvl1pPr>
            <a:lvl2pPr>
              <a:spcBef>
                <a:spcPts val="1200"/>
              </a:spcBef>
              <a:defRPr lang="pt-BR" sz="1800"/>
            </a:lvl2pPr>
            <a:lvl3pPr>
              <a:spcBef>
                <a:spcPts val="1200"/>
              </a:spcBef>
              <a:defRPr lang="pt-BR" sz="1800"/>
            </a:lvl3pPr>
            <a:lvl4pPr>
              <a:spcBef>
                <a:spcPts val="1200"/>
              </a:spcBef>
              <a:defRPr lang="pt-BR" sz="1800"/>
            </a:lvl4pPr>
            <a:lvl5pPr>
              <a:spcBef>
                <a:spcPts val="1200"/>
              </a:spcBef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Elemento gráfico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7" name="Elemento gráfico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8" name="Elemento gráfico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sp>
        <p:nvSpPr>
          <p:cNvPr id="21" name="Espaço Reservado para Rodapé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pt-BR"/>
            </a:lvl1pPr>
          </a:lstStyle>
          <a:p>
            <a:pPr rtl="0"/>
            <a:endParaRPr lang="pt-BR" dirty="0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Elemento gráfico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" name="Gráfico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" name="Elemento gráfico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rtlCol="0" anchor="b" anchorCtr="0"/>
          <a:lstStyle>
            <a:lvl1pPr>
              <a:defRPr lang="pt-BR" sz="4000" b="1" cap="all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8DA9DAA-006C-4F4B-980E-E3DF019B24E2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tlCol="0"/>
          <a:lstStyle>
            <a:lvl1pPr algn="l">
              <a:defRPr lang="pt-BR"/>
            </a:lvl1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has de imagem e título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rtlCol="0" anchor="b"/>
          <a:lstStyle>
            <a:lvl1pPr algn="r">
              <a:lnSpc>
                <a:spcPts val="4800"/>
              </a:lnSpc>
              <a:defRPr lang="pt-BR" sz="4800" b="1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7" name="Espaço Reservado para Imagem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rtlCol="0" anchor="t" anchorCtr="0">
            <a:noAutofit/>
          </a:bodyPr>
          <a:lstStyle>
            <a:lvl1pPr algn="ctr">
              <a:buNone/>
              <a:defRPr lang="pt-BR"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uma imagem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 rtlCol="0">
            <a:normAutofit/>
          </a:bodyPr>
          <a:lstStyle>
            <a:lvl1pPr marL="0" indent="0" algn="r">
              <a:spcBef>
                <a:spcPts val="1200"/>
              </a:spcBef>
              <a:buNone/>
              <a:defRPr lang="pt-BR" sz="2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Elemento gráfico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" name="Elemento gráfico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" name="Elemento gráfico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D8DA9DAA-006C-4F4B-980E-E3DF019B24E2}" type="slidenum">
              <a:rPr lang="pt-BR" smtClean="0"/>
              <a:t>‹nº›</a:t>
            </a:fld>
            <a:endParaRPr lang="pt-BR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8DA9DAA-006C-4F4B-980E-E3DF019B24E2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lang="pt-BR" sz="1800" b="1" i="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/>
              <a:t>20XX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pt-B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lang="pt-BR"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9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Projeto</a:t>
            </a:r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vando 2026-09-05 043152 - Trim">
            <a:hlinkClick r:id="" action="ppaction://media"/>
            <a:extLst>
              <a:ext uri="{FF2B5EF4-FFF2-40B4-BE49-F238E27FC236}">
                <a16:creationId xmlns:a16="http://schemas.microsoft.com/office/drawing/2014/main" id="{95458491-5CDB-94D5-D98D-163F8E9CC3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6787" y="696409"/>
            <a:ext cx="10258425" cy="53600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85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82" y="3000579"/>
            <a:ext cx="10177137" cy="856842"/>
          </a:xfrm>
        </p:spPr>
        <p:txBody>
          <a:bodyPr rtlCol="0"/>
          <a:lstStyle>
            <a:defPPr>
              <a:defRPr lang="pt-BR"/>
            </a:defPPr>
          </a:lstStyle>
          <a:p>
            <a:pPr algn="ctr" rtl="0">
              <a:lnSpc>
                <a:spcPts val="5800"/>
              </a:lnSpc>
            </a:pPr>
            <a:r>
              <a:rPr lang="pt-BR" dirty="0"/>
              <a:t>Blocos</a:t>
            </a:r>
          </a:p>
        </p:txBody>
      </p:sp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08E09CF-1602-90CA-D161-3FBB4D81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1100889"/>
          </a:xfrm>
        </p:spPr>
        <p:txBody>
          <a:bodyPr/>
          <a:lstStyle/>
          <a:p>
            <a:r>
              <a:rPr lang="pt-BR" dirty="0"/>
              <a:t>GUI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1134588-7F5C-9722-417E-D8304BF05CE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61292" y="1888958"/>
            <a:ext cx="4663440" cy="601579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INTERFACE VISUAL</a:t>
            </a:r>
          </a:p>
          <a:p>
            <a:pPr marL="0" indent="0">
              <a:buNone/>
            </a:pPr>
            <a:br>
              <a:rPr lang="pt-BR" dirty="0">
                <a:solidFill>
                  <a:schemeClr val="bg1"/>
                </a:solidFill>
              </a:rPr>
            </a:br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7A3821B0-4EF4-3DDE-35FD-DFDA0A827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292" y="2592806"/>
            <a:ext cx="5019716" cy="3787253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4851738-E75E-A9B6-0B1D-904A60FE4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335" y="1457886"/>
            <a:ext cx="5042665" cy="3942227"/>
          </a:xfrm>
          <a:prstGeom prst="rect">
            <a:avLst/>
          </a:prstGeom>
        </p:spPr>
      </p:pic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43B40908-DB57-2802-8782-45793621FE9C}"/>
              </a:ext>
            </a:extLst>
          </p:cNvPr>
          <p:cNvCxnSpPr>
            <a:cxnSpLocks/>
          </p:cNvCxnSpPr>
          <p:nvPr/>
        </p:nvCxnSpPr>
        <p:spPr>
          <a:xfrm flipH="1" flipV="1">
            <a:off x="7594979" y="2695433"/>
            <a:ext cx="1488863" cy="1341162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B4AAE7BC-9AE7-29CF-3878-95D2C78915A9}"/>
              </a:ext>
            </a:extLst>
          </p:cNvPr>
          <p:cNvCxnSpPr/>
          <p:nvPr/>
        </p:nvCxnSpPr>
        <p:spPr>
          <a:xfrm flipH="1" flipV="1">
            <a:off x="9450805" y="3050005"/>
            <a:ext cx="397042" cy="1696453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2A26CCFC-2275-7C6A-C35F-4C92063FB382}"/>
              </a:ext>
            </a:extLst>
          </p:cNvPr>
          <p:cNvCxnSpPr/>
          <p:nvPr/>
        </p:nvCxnSpPr>
        <p:spPr>
          <a:xfrm flipH="1" flipV="1">
            <a:off x="10287000" y="3050005"/>
            <a:ext cx="529389" cy="1588169"/>
          </a:xfrm>
          <a:prstGeom prst="straightConnector1">
            <a:avLst/>
          </a:prstGeom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7231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5F501-0FD4-4EF1-0B42-24A86FA51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305DDF7-0AB4-7A30-6B38-5DDE750A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1100889"/>
          </a:xfrm>
        </p:spPr>
        <p:txBody>
          <a:bodyPr/>
          <a:lstStyle/>
          <a:p>
            <a:r>
              <a:rPr lang="pt-BR" dirty="0"/>
              <a:t>GUI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D1166D1-883A-35E7-3560-3F000EF0C77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61292" y="1888958"/>
            <a:ext cx="4663440" cy="601579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2.     FUNÇÕES E OUVINTES</a:t>
            </a:r>
          </a:p>
          <a:p>
            <a:pPr marL="0" indent="0">
              <a:buNone/>
            </a:pPr>
            <a:br>
              <a:rPr lang="pt-BR" dirty="0">
                <a:solidFill>
                  <a:schemeClr val="bg1"/>
                </a:solidFill>
              </a:rPr>
            </a:br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3E15272-7916-CE66-66AE-4A1C76B5E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307" y="1236244"/>
            <a:ext cx="4777693" cy="5363570"/>
          </a:xfrm>
          <a:prstGeom prst="rect">
            <a:avLst/>
          </a:prstGeom>
        </p:spPr>
      </p:pic>
      <p:pic>
        <p:nvPicPr>
          <p:cNvPr id="4" name="Gravação de Tela 2026-09-05 213155">
            <a:hlinkClick r:id="" action="ppaction://media"/>
            <a:extLst>
              <a:ext uri="{FF2B5EF4-FFF2-40B4-BE49-F238E27FC236}">
                <a16:creationId xmlns:a16="http://schemas.microsoft.com/office/drawing/2014/main" id="{F16A312D-D791-D5AE-4B24-43D553E0A6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960475" y="2490537"/>
            <a:ext cx="4960844" cy="410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5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35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DF6C1-3B9E-DF94-1D44-98CD67C87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83A2F92-D845-EB09-8CD9-74702CA8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1100889"/>
          </a:xfrm>
        </p:spPr>
        <p:txBody>
          <a:bodyPr/>
          <a:lstStyle/>
          <a:p>
            <a:r>
              <a:rPr lang="pt-BR" dirty="0"/>
              <a:t>GUI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74AB87AE-637C-A0D7-2913-46FA0D7945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61292" y="1888958"/>
            <a:ext cx="4663440" cy="601579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2.     FUNÇÕES E OUVINTES</a:t>
            </a:r>
          </a:p>
          <a:p>
            <a:pPr marL="0" indent="0">
              <a:buNone/>
            </a:pPr>
            <a:br>
              <a:rPr lang="pt-BR" dirty="0">
                <a:solidFill>
                  <a:schemeClr val="bg1"/>
                </a:solidFill>
              </a:rPr>
            </a:br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" name="Gravação de Tela 2026-09-05 213155 - Trim 2">
            <a:hlinkClick r:id="" action="ppaction://media"/>
            <a:extLst>
              <a:ext uri="{FF2B5EF4-FFF2-40B4-BE49-F238E27FC236}">
                <a16:creationId xmlns:a16="http://schemas.microsoft.com/office/drawing/2014/main" id="{EB976708-7C22-23DA-9B4A-34DC8B26508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61292" y="2490537"/>
            <a:ext cx="4888154" cy="368166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299A4E0-D8B1-2583-3037-072BB50DA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671" y="204716"/>
            <a:ext cx="2904168" cy="354841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286D1B4-BCED-2F6F-F0A0-C9BFD319C2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7140" y="1431083"/>
            <a:ext cx="2988860" cy="283990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3D807C4-C390-A47C-87DE-C6DEC410AD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671" y="4006966"/>
            <a:ext cx="298886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183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4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09A40-2338-448F-58C5-0B8F2C684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97BD501-AE36-2169-3A18-4913B8ACB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1100889"/>
          </a:xfrm>
        </p:spPr>
        <p:txBody>
          <a:bodyPr/>
          <a:lstStyle/>
          <a:p>
            <a:r>
              <a:rPr lang="pt-BR" dirty="0"/>
              <a:t>GUI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51898CD8-FC97-1D56-8EF4-AACD3E4D971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61292" y="1888958"/>
            <a:ext cx="4663440" cy="601579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3.     CRIAÇÃO</a:t>
            </a:r>
          </a:p>
          <a:p>
            <a:pPr marL="0" indent="0">
              <a:buNone/>
            </a:pPr>
            <a:br>
              <a:rPr lang="pt-BR" dirty="0">
                <a:solidFill>
                  <a:schemeClr val="bg1"/>
                </a:solidFill>
              </a:rPr>
            </a:br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" name="Gravação de Tela 2026-09-05 213155 - Trim 2">
            <a:hlinkClick r:id="" action="ppaction://media"/>
            <a:extLst>
              <a:ext uri="{FF2B5EF4-FFF2-40B4-BE49-F238E27FC236}">
                <a16:creationId xmlns:a16="http://schemas.microsoft.com/office/drawing/2014/main" id="{0078E117-DDF5-904B-2A5F-81E4526390E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961292" y="2490537"/>
            <a:ext cx="4888154" cy="368166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CB6D2D4-7E41-9CBC-3A2F-327AFF63C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81" y="237579"/>
            <a:ext cx="3620171" cy="409558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1D9A12F-F401-9B25-9754-AAB62E1F7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1044" y="3576389"/>
            <a:ext cx="3334615" cy="277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39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4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>
            <a:extLst>
              <a:ext uri="{FF2B5EF4-FFF2-40B4-BE49-F238E27FC236}">
                <a16:creationId xmlns:a16="http://schemas.microsoft.com/office/drawing/2014/main" id="{0801D5C3-25BA-2240-6B22-948614506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9340" y="169095"/>
            <a:ext cx="10302237" cy="397191"/>
          </a:xfrm>
        </p:spPr>
        <p:txBody>
          <a:bodyPr/>
          <a:lstStyle/>
          <a:p>
            <a:r>
              <a:rPr lang="en-US" dirty="0"/>
              <a:t>FORMAS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D33D8A5-1904-82DA-5E2A-45AFFE31B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40" y="1358941"/>
            <a:ext cx="3455615" cy="246925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B75EAF74-CF39-4AFF-AE68-34639C442C64}"/>
              </a:ext>
            </a:extLst>
          </p:cNvPr>
          <p:cNvSpPr txBox="1"/>
          <p:nvPr/>
        </p:nvSpPr>
        <p:spPr>
          <a:xfrm>
            <a:off x="1389340" y="805218"/>
            <a:ext cx="345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1- INTERFACE GEOMETRICA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34320EB-BED9-496E-DEE1-587B55128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980" y="3882339"/>
            <a:ext cx="2963965" cy="262499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977EB392-E325-CD99-B2C1-832171912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980" y="404813"/>
            <a:ext cx="5440597" cy="3329488"/>
          </a:xfrm>
          <a:prstGeom prst="rect">
            <a:avLst/>
          </a:prstGeom>
        </p:spPr>
      </p:pic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2BE4E0A2-CE29-6A7E-BF51-758712958DBD}"/>
              </a:ext>
            </a:extLst>
          </p:cNvPr>
          <p:cNvCxnSpPr>
            <a:cxnSpLocks/>
          </p:cNvCxnSpPr>
          <p:nvPr/>
        </p:nvCxnSpPr>
        <p:spPr>
          <a:xfrm>
            <a:off x="5059279" y="2237873"/>
            <a:ext cx="956510" cy="0"/>
          </a:xfrm>
          <a:prstGeom prst="straightConnector1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3FE84D30-40DF-0C67-F59B-2669F27F8952}"/>
              </a:ext>
            </a:extLst>
          </p:cNvPr>
          <p:cNvCxnSpPr>
            <a:cxnSpLocks/>
          </p:cNvCxnSpPr>
          <p:nvPr/>
        </p:nvCxnSpPr>
        <p:spPr>
          <a:xfrm>
            <a:off x="5125452" y="3828197"/>
            <a:ext cx="824163" cy="1094874"/>
          </a:xfrm>
          <a:prstGeom prst="straightConnector1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000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56DD4-6008-760A-EFBD-38377FE8F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>
            <a:extLst>
              <a:ext uri="{FF2B5EF4-FFF2-40B4-BE49-F238E27FC236}">
                <a16:creationId xmlns:a16="http://schemas.microsoft.com/office/drawing/2014/main" id="{D7CF79B1-8A4F-8B9F-62CE-D8753DE6B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9340" y="169095"/>
            <a:ext cx="10302237" cy="397191"/>
          </a:xfrm>
        </p:spPr>
        <p:txBody>
          <a:bodyPr/>
          <a:lstStyle/>
          <a:p>
            <a:r>
              <a:rPr lang="en-US" dirty="0"/>
              <a:t>FORMAS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6D3DE3B-5068-B584-C033-8E72C18EFAC5}"/>
              </a:ext>
            </a:extLst>
          </p:cNvPr>
          <p:cNvSpPr txBox="1"/>
          <p:nvPr/>
        </p:nvSpPr>
        <p:spPr>
          <a:xfrm>
            <a:off x="1389340" y="805218"/>
            <a:ext cx="345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2- APLICAÇÃO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C3EC88E-B22B-E046-AAC8-C1B42CC68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218" y="1362075"/>
            <a:ext cx="3455615" cy="2603533"/>
          </a:xfrm>
          <a:prstGeom prst="rect">
            <a:avLst/>
          </a:prstGeom>
        </p:spPr>
      </p:pic>
      <p:sp>
        <p:nvSpPr>
          <p:cNvPr id="6" name="Seta: Dobrada para Cima 5">
            <a:extLst>
              <a:ext uri="{FF2B5EF4-FFF2-40B4-BE49-F238E27FC236}">
                <a16:creationId xmlns:a16="http://schemas.microsoft.com/office/drawing/2014/main" id="{BEB6DB3F-9F9A-C017-A55A-C7288E701683}"/>
              </a:ext>
            </a:extLst>
          </p:cNvPr>
          <p:cNvSpPr/>
          <p:nvPr/>
        </p:nvSpPr>
        <p:spPr>
          <a:xfrm rot="5400000">
            <a:off x="1673524" y="4339986"/>
            <a:ext cx="1078302" cy="1233577"/>
          </a:xfrm>
          <a:prstGeom prst="bentUp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92250BC-D634-B2E9-547A-3F32B83C5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7303" y="2536166"/>
            <a:ext cx="4137595" cy="366439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846BD12A-B1F1-7E06-79D0-C97CABAE5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464" y="4153133"/>
            <a:ext cx="3329796" cy="2133600"/>
          </a:xfrm>
          <a:prstGeom prst="rect">
            <a:avLst/>
          </a:prstGeom>
        </p:spPr>
      </p:pic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A04F5382-5E0F-1E97-3D63-492A7118677F}"/>
              </a:ext>
            </a:extLst>
          </p:cNvPr>
          <p:cNvSpPr/>
          <p:nvPr/>
        </p:nvSpPr>
        <p:spPr>
          <a:xfrm rot="20729019">
            <a:off x="6392174" y="4649638"/>
            <a:ext cx="1207698" cy="733245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C0798FE-A618-24D0-D3A9-3F1CA98C5CB4}"/>
              </a:ext>
            </a:extLst>
          </p:cNvPr>
          <p:cNvSpPr/>
          <p:nvPr/>
        </p:nvSpPr>
        <p:spPr>
          <a:xfrm>
            <a:off x="1389340" y="1362074"/>
            <a:ext cx="2596551" cy="1570907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C800D87-EABB-3128-AA7D-4066B94CA80A}"/>
              </a:ext>
            </a:extLst>
          </p:cNvPr>
          <p:cNvCxnSpPr>
            <a:stCxn id="21" idx="7"/>
          </p:cNvCxnSpPr>
          <p:nvPr/>
        </p:nvCxnSpPr>
        <p:spPr>
          <a:xfrm flipV="1">
            <a:off x="3605635" y="698740"/>
            <a:ext cx="776584" cy="8933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98435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2855_TF89338750_Win32" id="{54BEF785-082C-4E0B-BCFB-A043159B0E7F}" vid="{395EE93A-69AB-4CDE-B07A-EFCE1BE215C3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{1673FA1B-6963-4046-B6BB-747F6E107265}TF54b766f8-63ee-43b7-9d15-113a5f305028b4b728ea_win32-f63251c9839c</Template>
  <TotalTime>262</TotalTime>
  <Words>39</Words>
  <Application>Microsoft Office PowerPoint</Application>
  <PresentationFormat>Widescreen</PresentationFormat>
  <Paragraphs>21</Paragraphs>
  <Slides>9</Slides>
  <Notes>3</Notes>
  <HiddenSlides>0</HiddenSlides>
  <MMClips>4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Univers</vt:lpstr>
      <vt:lpstr>GradientVTI</vt:lpstr>
      <vt:lpstr>Projeto</vt:lpstr>
      <vt:lpstr>Apresentação do PowerPoint</vt:lpstr>
      <vt:lpstr>Blocos</vt:lpstr>
      <vt:lpstr>GUI</vt:lpstr>
      <vt:lpstr>GUI</vt:lpstr>
      <vt:lpstr>GUI</vt:lpstr>
      <vt:lpstr>GUI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Luiz Felipe Mateus</dc:creator>
  <cp:lastModifiedBy>Luiz Felipe Mateus</cp:lastModifiedBy>
  <cp:revision>1</cp:revision>
  <dcterms:created xsi:type="dcterms:W3CDTF">2026-09-05T22:22:59Z</dcterms:created>
  <dcterms:modified xsi:type="dcterms:W3CDTF">2026-09-06T02:45:08Z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